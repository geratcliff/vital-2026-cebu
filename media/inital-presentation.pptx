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1" r:id="rId3"/>
    <p:sldId id="258" r:id="rId4"/>
    <p:sldId id="266" r:id="rId5"/>
    <p:sldId id="268" r:id="rId6"/>
    <p:sldId id="263" r:id="rId7"/>
    <p:sldId id="259" r:id="rId8"/>
    <p:sldId id="265" r:id="rId9"/>
    <p:sldId id="267" r:id="rId10"/>
    <p:sldId id="27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p:scale>
          <a:sx n="102" d="100"/>
          <a:sy n="102" d="100"/>
        </p:scale>
        <p:origin x="288" y="5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C1A15F-A13D-9843-8192-FD0BCB0CB994}" type="datetimeFigureOut">
              <a:rPr lang="en-US" smtClean="0"/>
              <a:t>12/2/25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EDA786-E580-6A48-88DC-5D24B5F884A2}" type="slidenum">
              <a:rPr lang="en-US" smtClean="0"/>
              <a:t>‹#›</a:t>
            </a:fld>
            <a:endParaRPr lang="en-US"/>
          </a:p>
        </p:txBody>
      </p:sp>
    </p:spTree>
    <p:extLst>
      <p:ext uri="{BB962C8B-B14F-4D97-AF65-F5344CB8AC3E}">
        <p14:creationId xmlns:p14="http://schemas.microsoft.com/office/powerpoint/2010/main" val="3135710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9BF82-F146-F695-164F-B3D75ADA1D0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9C4829-3B03-FD14-4605-FA4A7E8A42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2A71DCD-EC97-B465-9529-09F374F01709}"/>
              </a:ext>
            </a:extLst>
          </p:cNvPr>
          <p:cNvSpPr>
            <a:spLocks noGrp="1"/>
          </p:cNvSpPr>
          <p:nvPr>
            <p:ph type="dt" sz="half" idx="10"/>
          </p:nvPr>
        </p:nvSpPr>
        <p:spPr/>
        <p:txBody>
          <a:bodyPr/>
          <a:lstStyle/>
          <a:p>
            <a:fld id="{1364F926-D2E2-274D-8CAD-1FE4A544B8F5}" type="datetimeFigureOut">
              <a:rPr lang="en-US" smtClean="0"/>
              <a:t>12/2/25</a:t>
            </a:fld>
            <a:endParaRPr lang="en-US"/>
          </a:p>
        </p:txBody>
      </p:sp>
      <p:sp>
        <p:nvSpPr>
          <p:cNvPr id="5" name="Footer Placeholder 4">
            <a:extLst>
              <a:ext uri="{FF2B5EF4-FFF2-40B4-BE49-F238E27FC236}">
                <a16:creationId xmlns:a16="http://schemas.microsoft.com/office/drawing/2014/main" id="{966B752D-499F-DC4C-884A-0BCE38E3B6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17E692-C8CF-748E-8930-C1B19EE33FAC}"/>
              </a:ext>
            </a:extLst>
          </p:cNvPr>
          <p:cNvSpPr>
            <a:spLocks noGrp="1"/>
          </p:cNvSpPr>
          <p:nvPr>
            <p:ph type="sldNum" sz="quarter" idx="12"/>
          </p:nvPr>
        </p:nvSpPr>
        <p:spPr/>
        <p:txBody>
          <a:bodyPr/>
          <a:lstStyle/>
          <a:p>
            <a:fld id="{CD142106-AC38-D44B-91B3-98F0F225797D}" type="slidenum">
              <a:rPr lang="en-US" smtClean="0"/>
              <a:t>‹#›</a:t>
            </a:fld>
            <a:endParaRPr lang="en-US"/>
          </a:p>
        </p:txBody>
      </p:sp>
    </p:spTree>
    <p:extLst>
      <p:ext uri="{BB962C8B-B14F-4D97-AF65-F5344CB8AC3E}">
        <p14:creationId xmlns:p14="http://schemas.microsoft.com/office/powerpoint/2010/main" val="1758114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0310A-8BF8-9590-FD41-7D26D22A5B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E7A858-CE65-46B3-E98E-E0EDA190B0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78AEA8-F600-CBF5-2E13-615A9AAA694D}"/>
              </a:ext>
            </a:extLst>
          </p:cNvPr>
          <p:cNvSpPr>
            <a:spLocks noGrp="1"/>
          </p:cNvSpPr>
          <p:nvPr>
            <p:ph type="dt" sz="half" idx="10"/>
          </p:nvPr>
        </p:nvSpPr>
        <p:spPr/>
        <p:txBody>
          <a:bodyPr/>
          <a:lstStyle/>
          <a:p>
            <a:fld id="{1364F926-D2E2-274D-8CAD-1FE4A544B8F5}" type="datetimeFigureOut">
              <a:rPr lang="en-US" smtClean="0"/>
              <a:t>12/2/25</a:t>
            </a:fld>
            <a:endParaRPr lang="en-US"/>
          </a:p>
        </p:txBody>
      </p:sp>
      <p:sp>
        <p:nvSpPr>
          <p:cNvPr id="5" name="Footer Placeholder 4">
            <a:extLst>
              <a:ext uri="{FF2B5EF4-FFF2-40B4-BE49-F238E27FC236}">
                <a16:creationId xmlns:a16="http://schemas.microsoft.com/office/drawing/2014/main" id="{FD43F112-1420-7FD9-079C-16A72CED3D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B15A84-B3CE-ABEF-C537-48B5191AA103}"/>
              </a:ext>
            </a:extLst>
          </p:cNvPr>
          <p:cNvSpPr>
            <a:spLocks noGrp="1"/>
          </p:cNvSpPr>
          <p:nvPr>
            <p:ph type="sldNum" sz="quarter" idx="12"/>
          </p:nvPr>
        </p:nvSpPr>
        <p:spPr/>
        <p:txBody>
          <a:bodyPr/>
          <a:lstStyle/>
          <a:p>
            <a:fld id="{CD142106-AC38-D44B-91B3-98F0F225797D}" type="slidenum">
              <a:rPr lang="en-US" smtClean="0"/>
              <a:t>‹#›</a:t>
            </a:fld>
            <a:endParaRPr lang="en-US"/>
          </a:p>
        </p:txBody>
      </p:sp>
    </p:spTree>
    <p:extLst>
      <p:ext uri="{BB962C8B-B14F-4D97-AF65-F5344CB8AC3E}">
        <p14:creationId xmlns:p14="http://schemas.microsoft.com/office/powerpoint/2010/main" val="4121659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795CD-EAA5-A171-4EBF-09C570F6CC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992F717-3100-17C2-C48F-6DAD6AFE2B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F046C1-6FB5-5E3E-DC5B-C507687C95F1}"/>
              </a:ext>
            </a:extLst>
          </p:cNvPr>
          <p:cNvSpPr>
            <a:spLocks noGrp="1"/>
          </p:cNvSpPr>
          <p:nvPr>
            <p:ph type="dt" sz="half" idx="10"/>
          </p:nvPr>
        </p:nvSpPr>
        <p:spPr/>
        <p:txBody>
          <a:bodyPr/>
          <a:lstStyle/>
          <a:p>
            <a:fld id="{1364F926-D2E2-274D-8CAD-1FE4A544B8F5}" type="datetimeFigureOut">
              <a:rPr lang="en-US" smtClean="0"/>
              <a:t>12/2/25</a:t>
            </a:fld>
            <a:endParaRPr lang="en-US"/>
          </a:p>
        </p:txBody>
      </p:sp>
      <p:sp>
        <p:nvSpPr>
          <p:cNvPr id="5" name="Footer Placeholder 4">
            <a:extLst>
              <a:ext uri="{FF2B5EF4-FFF2-40B4-BE49-F238E27FC236}">
                <a16:creationId xmlns:a16="http://schemas.microsoft.com/office/drawing/2014/main" id="{A50FCCE5-CCAA-B631-0D66-D8144F9AB0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0B216B-770D-8837-DD99-B6DBDE81A3E4}"/>
              </a:ext>
            </a:extLst>
          </p:cNvPr>
          <p:cNvSpPr>
            <a:spLocks noGrp="1"/>
          </p:cNvSpPr>
          <p:nvPr>
            <p:ph type="sldNum" sz="quarter" idx="12"/>
          </p:nvPr>
        </p:nvSpPr>
        <p:spPr/>
        <p:txBody>
          <a:bodyPr/>
          <a:lstStyle/>
          <a:p>
            <a:fld id="{CD142106-AC38-D44B-91B3-98F0F225797D}" type="slidenum">
              <a:rPr lang="en-US" smtClean="0"/>
              <a:t>‹#›</a:t>
            </a:fld>
            <a:endParaRPr lang="en-US"/>
          </a:p>
        </p:txBody>
      </p:sp>
    </p:spTree>
    <p:extLst>
      <p:ext uri="{BB962C8B-B14F-4D97-AF65-F5344CB8AC3E}">
        <p14:creationId xmlns:p14="http://schemas.microsoft.com/office/powerpoint/2010/main" val="2796682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F745-FD9E-DBEE-D317-F2914D29CB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501BE6-A12A-E7AB-EB72-90F5F1E4FC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AEB40E-01F9-6610-D786-F6C4912ADF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E41800-26F9-BD0E-D5A2-70409523D96B}"/>
              </a:ext>
            </a:extLst>
          </p:cNvPr>
          <p:cNvSpPr>
            <a:spLocks noGrp="1"/>
          </p:cNvSpPr>
          <p:nvPr>
            <p:ph type="dt" sz="half" idx="10"/>
          </p:nvPr>
        </p:nvSpPr>
        <p:spPr/>
        <p:txBody>
          <a:bodyPr/>
          <a:lstStyle/>
          <a:p>
            <a:fld id="{1364F926-D2E2-274D-8CAD-1FE4A544B8F5}" type="datetimeFigureOut">
              <a:rPr lang="en-US" smtClean="0"/>
              <a:t>12/2/25</a:t>
            </a:fld>
            <a:endParaRPr lang="en-US"/>
          </a:p>
        </p:txBody>
      </p:sp>
      <p:sp>
        <p:nvSpPr>
          <p:cNvPr id="6" name="Footer Placeholder 5">
            <a:extLst>
              <a:ext uri="{FF2B5EF4-FFF2-40B4-BE49-F238E27FC236}">
                <a16:creationId xmlns:a16="http://schemas.microsoft.com/office/drawing/2014/main" id="{DCBE2E5B-E98A-D059-C52C-B4D83C3312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12F8B0-7EE2-7897-7F98-9AC19092F4E5}"/>
              </a:ext>
            </a:extLst>
          </p:cNvPr>
          <p:cNvSpPr>
            <a:spLocks noGrp="1"/>
          </p:cNvSpPr>
          <p:nvPr>
            <p:ph type="sldNum" sz="quarter" idx="12"/>
          </p:nvPr>
        </p:nvSpPr>
        <p:spPr/>
        <p:txBody>
          <a:bodyPr/>
          <a:lstStyle/>
          <a:p>
            <a:fld id="{CD142106-AC38-D44B-91B3-98F0F225797D}" type="slidenum">
              <a:rPr lang="en-US" smtClean="0"/>
              <a:t>‹#›</a:t>
            </a:fld>
            <a:endParaRPr lang="en-US"/>
          </a:p>
        </p:txBody>
      </p:sp>
    </p:spTree>
    <p:extLst>
      <p:ext uri="{BB962C8B-B14F-4D97-AF65-F5344CB8AC3E}">
        <p14:creationId xmlns:p14="http://schemas.microsoft.com/office/powerpoint/2010/main" val="2870594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BFF88-EE2A-3707-D3EC-DBAE84E5EBF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E37AEE-DEB3-1519-63AE-722139EE1C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B4899C-3AA8-F41D-1534-4A9B6CDBE0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8A8A7F1-9A9F-2A66-E84E-391629EA68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B7EFDE-2418-3123-A04B-6313F7C8D5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D80C70-E8D0-505C-A402-3C0AB48211CE}"/>
              </a:ext>
            </a:extLst>
          </p:cNvPr>
          <p:cNvSpPr>
            <a:spLocks noGrp="1"/>
          </p:cNvSpPr>
          <p:nvPr>
            <p:ph type="dt" sz="half" idx="10"/>
          </p:nvPr>
        </p:nvSpPr>
        <p:spPr/>
        <p:txBody>
          <a:bodyPr/>
          <a:lstStyle/>
          <a:p>
            <a:fld id="{1364F926-D2E2-274D-8CAD-1FE4A544B8F5}" type="datetimeFigureOut">
              <a:rPr lang="en-US" smtClean="0"/>
              <a:t>12/2/25</a:t>
            </a:fld>
            <a:endParaRPr lang="en-US"/>
          </a:p>
        </p:txBody>
      </p:sp>
      <p:sp>
        <p:nvSpPr>
          <p:cNvPr id="8" name="Footer Placeholder 7">
            <a:extLst>
              <a:ext uri="{FF2B5EF4-FFF2-40B4-BE49-F238E27FC236}">
                <a16:creationId xmlns:a16="http://schemas.microsoft.com/office/drawing/2014/main" id="{CD06FDA8-C39F-E56E-9A76-A0B0F1D109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7E82BDB-F08D-640C-2A60-A9A9CDCB7923}"/>
              </a:ext>
            </a:extLst>
          </p:cNvPr>
          <p:cNvSpPr>
            <a:spLocks noGrp="1"/>
          </p:cNvSpPr>
          <p:nvPr>
            <p:ph type="sldNum" sz="quarter" idx="12"/>
          </p:nvPr>
        </p:nvSpPr>
        <p:spPr/>
        <p:txBody>
          <a:bodyPr/>
          <a:lstStyle/>
          <a:p>
            <a:fld id="{CD142106-AC38-D44B-91B3-98F0F225797D}" type="slidenum">
              <a:rPr lang="en-US" smtClean="0"/>
              <a:t>‹#›</a:t>
            </a:fld>
            <a:endParaRPr lang="en-US"/>
          </a:p>
        </p:txBody>
      </p:sp>
    </p:spTree>
    <p:extLst>
      <p:ext uri="{BB962C8B-B14F-4D97-AF65-F5344CB8AC3E}">
        <p14:creationId xmlns:p14="http://schemas.microsoft.com/office/powerpoint/2010/main" val="2678780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EA434-2F6A-1F8B-B527-321A40FB31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0ACB6AE-DB45-6F83-ABD7-F270AA7D94D8}"/>
              </a:ext>
            </a:extLst>
          </p:cNvPr>
          <p:cNvSpPr>
            <a:spLocks noGrp="1"/>
          </p:cNvSpPr>
          <p:nvPr>
            <p:ph type="dt" sz="half" idx="10"/>
          </p:nvPr>
        </p:nvSpPr>
        <p:spPr/>
        <p:txBody>
          <a:bodyPr/>
          <a:lstStyle/>
          <a:p>
            <a:fld id="{1364F926-D2E2-274D-8CAD-1FE4A544B8F5}" type="datetimeFigureOut">
              <a:rPr lang="en-US" smtClean="0"/>
              <a:t>12/2/25</a:t>
            </a:fld>
            <a:endParaRPr lang="en-US"/>
          </a:p>
        </p:txBody>
      </p:sp>
      <p:sp>
        <p:nvSpPr>
          <p:cNvPr id="4" name="Footer Placeholder 3">
            <a:extLst>
              <a:ext uri="{FF2B5EF4-FFF2-40B4-BE49-F238E27FC236}">
                <a16:creationId xmlns:a16="http://schemas.microsoft.com/office/drawing/2014/main" id="{11EEF8FC-82AD-A914-3DC7-989ECD10C4D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B9623CE-B8A0-F711-F7CC-BA30AC862CF7}"/>
              </a:ext>
            </a:extLst>
          </p:cNvPr>
          <p:cNvSpPr>
            <a:spLocks noGrp="1"/>
          </p:cNvSpPr>
          <p:nvPr>
            <p:ph type="sldNum" sz="quarter" idx="12"/>
          </p:nvPr>
        </p:nvSpPr>
        <p:spPr/>
        <p:txBody>
          <a:bodyPr/>
          <a:lstStyle/>
          <a:p>
            <a:fld id="{CD142106-AC38-D44B-91B3-98F0F225797D}" type="slidenum">
              <a:rPr lang="en-US" smtClean="0"/>
              <a:t>‹#›</a:t>
            </a:fld>
            <a:endParaRPr lang="en-US"/>
          </a:p>
        </p:txBody>
      </p:sp>
    </p:spTree>
    <p:extLst>
      <p:ext uri="{BB962C8B-B14F-4D97-AF65-F5344CB8AC3E}">
        <p14:creationId xmlns:p14="http://schemas.microsoft.com/office/powerpoint/2010/main" val="2218188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9C4691-2069-3CF4-36CE-F755BD90C4D9}"/>
              </a:ext>
            </a:extLst>
          </p:cNvPr>
          <p:cNvSpPr>
            <a:spLocks noGrp="1"/>
          </p:cNvSpPr>
          <p:nvPr>
            <p:ph type="dt" sz="half" idx="10"/>
          </p:nvPr>
        </p:nvSpPr>
        <p:spPr/>
        <p:txBody>
          <a:bodyPr/>
          <a:lstStyle/>
          <a:p>
            <a:fld id="{1364F926-D2E2-274D-8CAD-1FE4A544B8F5}" type="datetimeFigureOut">
              <a:rPr lang="en-US" smtClean="0"/>
              <a:t>12/2/25</a:t>
            </a:fld>
            <a:endParaRPr lang="en-US"/>
          </a:p>
        </p:txBody>
      </p:sp>
      <p:sp>
        <p:nvSpPr>
          <p:cNvPr id="3" name="Footer Placeholder 2">
            <a:extLst>
              <a:ext uri="{FF2B5EF4-FFF2-40B4-BE49-F238E27FC236}">
                <a16:creationId xmlns:a16="http://schemas.microsoft.com/office/drawing/2014/main" id="{F9C3130F-289C-A52B-9FA7-7C65B2E6107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9A73EC-E766-14FB-F0DC-6D56C24300C9}"/>
              </a:ext>
            </a:extLst>
          </p:cNvPr>
          <p:cNvSpPr>
            <a:spLocks noGrp="1"/>
          </p:cNvSpPr>
          <p:nvPr>
            <p:ph type="sldNum" sz="quarter" idx="12"/>
          </p:nvPr>
        </p:nvSpPr>
        <p:spPr/>
        <p:txBody>
          <a:bodyPr/>
          <a:lstStyle/>
          <a:p>
            <a:fld id="{CD142106-AC38-D44B-91B3-98F0F225797D}" type="slidenum">
              <a:rPr lang="en-US" smtClean="0"/>
              <a:t>‹#›</a:t>
            </a:fld>
            <a:endParaRPr lang="en-US"/>
          </a:p>
        </p:txBody>
      </p:sp>
    </p:spTree>
    <p:extLst>
      <p:ext uri="{BB962C8B-B14F-4D97-AF65-F5344CB8AC3E}">
        <p14:creationId xmlns:p14="http://schemas.microsoft.com/office/powerpoint/2010/main" val="504840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41DF1-A460-BC93-27DD-B96C16170B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97BFC18-B9E3-013B-8CAD-27AF5B28A1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895DC9-6048-8041-A77D-9FEB37E2A6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3D234-1947-0324-7397-F764632C9836}"/>
              </a:ext>
            </a:extLst>
          </p:cNvPr>
          <p:cNvSpPr>
            <a:spLocks noGrp="1"/>
          </p:cNvSpPr>
          <p:nvPr>
            <p:ph type="dt" sz="half" idx="10"/>
          </p:nvPr>
        </p:nvSpPr>
        <p:spPr/>
        <p:txBody>
          <a:bodyPr/>
          <a:lstStyle/>
          <a:p>
            <a:fld id="{1364F926-D2E2-274D-8CAD-1FE4A544B8F5}" type="datetimeFigureOut">
              <a:rPr lang="en-US" smtClean="0"/>
              <a:t>12/2/25</a:t>
            </a:fld>
            <a:endParaRPr lang="en-US"/>
          </a:p>
        </p:txBody>
      </p:sp>
      <p:sp>
        <p:nvSpPr>
          <p:cNvPr id="6" name="Footer Placeholder 5">
            <a:extLst>
              <a:ext uri="{FF2B5EF4-FFF2-40B4-BE49-F238E27FC236}">
                <a16:creationId xmlns:a16="http://schemas.microsoft.com/office/drawing/2014/main" id="{ECAD1566-D3A7-6D10-7DCA-74A303BC82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13F31F-FF31-8E6A-9E82-0E3463578E8E}"/>
              </a:ext>
            </a:extLst>
          </p:cNvPr>
          <p:cNvSpPr>
            <a:spLocks noGrp="1"/>
          </p:cNvSpPr>
          <p:nvPr>
            <p:ph type="sldNum" sz="quarter" idx="12"/>
          </p:nvPr>
        </p:nvSpPr>
        <p:spPr/>
        <p:txBody>
          <a:bodyPr/>
          <a:lstStyle/>
          <a:p>
            <a:fld id="{CD142106-AC38-D44B-91B3-98F0F225797D}" type="slidenum">
              <a:rPr lang="en-US" smtClean="0"/>
              <a:t>‹#›</a:t>
            </a:fld>
            <a:endParaRPr lang="en-US"/>
          </a:p>
        </p:txBody>
      </p:sp>
    </p:spTree>
    <p:extLst>
      <p:ext uri="{BB962C8B-B14F-4D97-AF65-F5344CB8AC3E}">
        <p14:creationId xmlns:p14="http://schemas.microsoft.com/office/powerpoint/2010/main" val="2470965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CBF04-31FC-6A51-F572-450078D65D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C0CB85-F9A9-1D7A-0D9F-925122CDB3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72C18C-BA9A-B14A-69CB-401797BAD5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5FDD08-2DEB-BD23-1262-F3EFE25BEE94}"/>
              </a:ext>
            </a:extLst>
          </p:cNvPr>
          <p:cNvSpPr>
            <a:spLocks noGrp="1"/>
          </p:cNvSpPr>
          <p:nvPr>
            <p:ph type="dt" sz="half" idx="10"/>
          </p:nvPr>
        </p:nvSpPr>
        <p:spPr/>
        <p:txBody>
          <a:bodyPr/>
          <a:lstStyle/>
          <a:p>
            <a:fld id="{1364F926-D2E2-274D-8CAD-1FE4A544B8F5}" type="datetimeFigureOut">
              <a:rPr lang="en-US" smtClean="0"/>
              <a:t>12/2/25</a:t>
            </a:fld>
            <a:endParaRPr lang="en-US"/>
          </a:p>
        </p:txBody>
      </p:sp>
      <p:sp>
        <p:nvSpPr>
          <p:cNvPr id="6" name="Footer Placeholder 5">
            <a:extLst>
              <a:ext uri="{FF2B5EF4-FFF2-40B4-BE49-F238E27FC236}">
                <a16:creationId xmlns:a16="http://schemas.microsoft.com/office/drawing/2014/main" id="{3284D29C-5F77-1A23-0574-9A7D0D6F50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EDFAE9-7DB8-6AA2-B124-49C21841E6C7}"/>
              </a:ext>
            </a:extLst>
          </p:cNvPr>
          <p:cNvSpPr>
            <a:spLocks noGrp="1"/>
          </p:cNvSpPr>
          <p:nvPr>
            <p:ph type="sldNum" sz="quarter" idx="12"/>
          </p:nvPr>
        </p:nvSpPr>
        <p:spPr/>
        <p:txBody>
          <a:bodyPr/>
          <a:lstStyle/>
          <a:p>
            <a:fld id="{CD142106-AC38-D44B-91B3-98F0F225797D}" type="slidenum">
              <a:rPr lang="en-US" smtClean="0"/>
              <a:t>‹#›</a:t>
            </a:fld>
            <a:endParaRPr lang="en-US"/>
          </a:p>
        </p:txBody>
      </p:sp>
    </p:spTree>
    <p:extLst>
      <p:ext uri="{BB962C8B-B14F-4D97-AF65-F5344CB8AC3E}">
        <p14:creationId xmlns:p14="http://schemas.microsoft.com/office/powerpoint/2010/main" val="3352144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74A37-7E6F-4873-255F-60D011F1760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10ABA2-57CF-60AA-7649-75E70C9525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DB8FC6-4D21-FE48-C361-C99D47F3FE59}"/>
              </a:ext>
            </a:extLst>
          </p:cNvPr>
          <p:cNvSpPr>
            <a:spLocks noGrp="1"/>
          </p:cNvSpPr>
          <p:nvPr>
            <p:ph type="dt" sz="half" idx="10"/>
          </p:nvPr>
        </p:nvSpPr>
        <p:spPr/>
        <p:txBody>
          <a:bodyPr/>
          <a:lstStyle/>
          <a:p>
            <a:fld id="{1364F926-D2E2-274D-8CAD-1FE4A544B8F5}" type="datetimeFigureOut">
              <a:rPr lang="en-US" smtClean="0"/>
              <a:t>12/2/25</a:t>
            </a:fld>
            <a:endParaRPr lang="en-US"/>
          </a:p>
        </p:txBody>
      </p:sp>
      <p:sp>
        <p:nvSpPr>
          <p:cNvPr id="5" name="Footer Placeholder 4">
            <a:extLst>
              <a:ext uri="{FF2B5EF4-FFF2-40B4-BE49-F238E27FC236}">
                <a16:creationId xmlns:a16="http://schemas.microsoft.com/office/drawing/2014/main" id="{E1FD834B-6752-8FD6-1EF8-4ECEE8B3EE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945942-BDE3-A516-4E41-EFD9728E9269}"/>
              </a:ext>
            </a:extLst>
          </p:cNvPr>
          <p:cNvSpPr>
            <a:spLocks noGrp="1"/>
          </p:cNvSpPr>
          <p:nvPr>
            <p:ph type="sldNum" sz="quarter" idx="12"/>
          </p:nvPr>
        </p:nvSpPr>
        <p:spPr/>
        <p:txBody>
          <a:bodyPr/>
          <a:lstStyle/>
          <a:p>
            <a:fld id="{CD142106-AC38-D44B-91B3-98F0F225797D}" type="slidenum">
              <a:rPr lang="en-US" smtClean="0"/>
              <a:t>‹#›</a:t>
            </a:fld>
            <a:endParaRPr lang="en-US"/>
          </a:p>
        </p:txBody>
      </p:sp>
    </p:spTree>
    <p:extLst>
      <p:ext uri="{BB962C8B-B14F-4D97-AF65-F5344CB8AC3E}">
        <p14:creationId xmlns:p14="http://schemas.microsoft.com/office/powerpoint/2010/main" val="977676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5C8812-9F3A-22BA-9691-03DE14AF7C2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5086BD4-3661-DD67-AC66-4759008BC4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380A38-4188-CD01-DD68-A8EC3133392A}"/>
              </a:ext>
            </a:extLst>
          </p:cNvPr>
          <p:cNvSpPr>
            <a:spLocks noGrp="1"/>
          </p:cNvSpPr>
          <p:nvPr>
            <p:ph type="dt" sz="half" idx="10"/>
          </p:nvPr>
        </p:nvSpPr>
        <p:spPr/>
        <p:txBody>
          <a:bodyPr/>
          <a:lstStyle/>
          <a:p>
            <a:fld id="{1364F926-D2E2-274D-8CAD-1FE4A544B8F5}" type="datetimeFigureOut">
              <a:rPr lang="en-US" smtClean="0"/>
              <a:t>12/2/25</a:t>
            </a:fld>
            <a:endParaRPr lang="en-US"/>
          </a:p>
        </p:txBody>
      </p:sp>
      <p:sp>
        <p:nvSpPr>
          <p:cNvPr id="5" name="Footer Placeholder 4">
            <a:extLst>
              <a:ext uri="{FF2B5EF4-FFF2-40B4-BE49-F238E27FC236}">
                <a16:creationId xmlns:a16="http://schemas.microsoft.com/office/drawing/2014/main" id="{6A8366FD-2672-0C38-C0DB-CFC1336451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ED26A4-7505-3546-4674-AA893BB73C8C}"/>
              </a:ext>
            </a:extLst>
          </p:cNvPr>
          <p:cNvSpPr>
            <a:spLocks noGrp="1"/>
          </p:cNvSpPr>
          <p:nvPr>
            <p:ph type="sldNum" sz="quarter" idx="12"/>
          </p:nvPr>
        </p:nvSpPr>
        <p:spPr/>
        <p:txBody>
          <a:bodyPr/>
          <a:lstStyle/>
          <a:p>
            <a:fld id="{CD142106-AC38-D44B-91B3-98F0F225797D}" type="slidenum">
              <a:rPr lang="en-US" smtClean="0"/>
              <a:t>‹#›</a:t>
            </a:fld>
            <a:endParaRPr lang="en-US"/>
          </a:p>
        </p:txBody>
      </p:sp>
    </p:spTree>
    <p:extLst>
      <p:ext uri="{BB962C8B-B14F-4D97-AF65-F5344CB8AC3E}">
        <p14:creationId xmlns:p14="http://schemas.microsoft.com/office/powerpoint/2010/main" val="982965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FD7A3A-891D-2CC9-A45E-3DFA2962C3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CE0B96F-DE5C-227F-3E1E-FE92B03BC8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8FCFAD-603A-E75C-9F07-A520F2A032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64F926-D2E2-274D-8CAD-1FE4A544B8F5}" type="datetimeFigureOut">
              <a:rPr lang="en-US" smtClean="0"/>
              <a:t>12/2/25</a:t>
            </a:fld>
            <a:endParaRPr lang="en-US"/>
          </a:p>
        </p:txBody>
      </p:sp>
      <p:sp>
        <p:nvSpPr>
          <p:cNvPr id="5" name="Footer Placeholder 4">
            <a:extLst>
              <a:ext uri="{FF2B5EF4-FFF2-40B4-BE49-F238E27FC236}">
                <a16:creationId xmlns:a16="http://schemas.microsoft.com/office/drawing/2014/main" id="{B6CC146C-5792-54B1-53C4-944F84810F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5C5D306-7A82-9A2E-6327-A46BE32D46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142106-AC38-D44B-91B3-98F0F225797D}" type="slidenum">
              <a:rPr lang="en-US" smtClean="0"/>
              <a:t>‹#›</a:t>
            </a:fld>
            <a:endParaRPr lang="en-US"/>
          </a:p>
        </p:txBody>
      </p:sp>
    </p:spTree>
    <p:extLst>
      <p:ext uri="{BB962C8B-B14F-4D97-AF65-F5344CB8AC3E}">
        <p14:creationId xmlns:p14="http://schemas.microsoft.com/office/powerpoint/2010/main" val="19243089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4B946-D6FF-711C-B55C-05ABD99E77E2}"/>
              </a:ext>
            </a:extLst>
          </p:cNvPr>
          <p:cNvSpPr>
            <a:spLocks noGrp="1"/>
          </p:cNvSpPr>
          <p:nvPr>
            <p:ph type="ctrTitle"/>
          </p:nvPr>
        </p:nvSpPr>
        <p:spPr>
          <a:xfrm>
            <a:off x="1524000" y="2235200"/>
            <a:ext cx="9144000" cy="2387600"/>
          </a:xfrm>
        </p:spPr>
        <p:txBody>
          <a:bodyPr/>
          <a:lstStyle/>
          <a:p>
            <a:r>
              <a:rPr lang="en-US" dirty="0">
                <a:solidFill>
                  <a:schemeClr val="bg1"/>
                </a:solidFill>
              </a:rPr>
              <a:t>SAMPLE PROJECT PRESENTATION</a:t>
            </a:r>
          </a:p>
        </p:txBody>
      </p:sp>
    </p:spTree>
    <p:extLst>
      <p:ext uri="{BB962C8B-B14F-4D97-AF65-F5344CB8AC3E}">
        <p14:creationId xmlns:p14="http://schemas.microsoft.com/office/powerpoint/2010/main" val="4180758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94B34-3F81-8585-790E-1D26F6E2AD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E49701-D48E-435F-93FE-B46BC6CC02C3}"/>
              </a:ext>
            </a:extLst>
          </p:cNvPr>
          <p:cNvSpPr>
            <a:spLocks noGrp="1"/>
          </p:cNvSpPr>
          <p:nvPr>
            <p:ph type="ctrTitle"/>
          </p:nvPr>
        </p:nvSpPr>
        <p:spPr/>
        <p:txBody>
          <a:bodyPr>
            <a:normAutofit/>
          </a:bodyPr>
          <a:lstStyle/>
          <a:p>
            <a:r>
              <a:rPr lang="en-US" dirty="0"/>
              <a:t>Cost Effectiveness of Drug Prescribing for Medication  X</a:t>
            </a:r>
          </a:p>
        </p:txBody>
      </p:sp>
      <p:sp>
        <p:nvSpPr>
          <p:cNvPr id="3" name="Subtitle 2">
            <a:extLst>
              <a:ext uri="{FF2B5EF4-FFF2-40B4-BE49-F238E27FC236}">
                <a16:creationId xmlns:a16="http://schemas.microsoft.com/office/drawing/2014/main" id="{F1A27389-90EF-7DA0-6BFA-732FC3E0FA74}"/>
              </a:ext>
            </a:extLst>
          </p:cNvPr>
          <p:cNvSpPr>
            <a:spLocks noGrp="1"/>
          </p:cNvSpPr>
          <p:nvPr>
            <p:ph type="subTitle" idx="1"/>
          </p:nvPr>
        </p:nvSpPr>
        <p:spPr/>
        <p:txBody>
          <a:bodyPr/>
          <a:lstStyle/>
          <a:p>
            <a:r>
              <a:rPr lang="en-US" dirty="0"/>
              <a:t>Project as of  April 1, 2025</a:t>
            </a:r>
          </a:p>
        </p:txBody>
      </p:sp>
      <p:sp>
        <p:nvSpPr>
          <p:cNvPr id="4" name="Subtitle 2">
            <a:extLst>
              <a:ext uri="{FF2B5EF4-FFF2-40B4-BE49-F238E27FC236}">
                <a16:creationId xmlns:a16="http://schemas.microsoft.com/office/drawing/2014/main" id="{D18D822D-81A7-B9E0-BD20-EE219FA1A1FD}"/>
              </a:ext>
            </a:extLst>
          </p:cNvPr>
          <p:cNvSpPr txBox="1">
            <a:spLocks/>
          </p:cNvSpPr>
          <p:nvPr/>
        </p:nvSpPr>
        <p:spPr>
          <a:xfrm>
            <a:off x="2832847" y="6407991"/>
            <a:ext cx="9144000" cy="450009"/>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i="1" dirty="0"/>
              <a:t>This is a sample, please excuse any inaccurate information or mistakes.</a:t>
            </a:r>
          </a:p>
        </p:txBody>
      </p:sp>
    </p:spTree>
    <p:extLst>
      <p:ext uri="{BB962C8B-B14F-4D97-AF65-F5344CB8AC3E}">
        <p14:creationId xmlns:p14="http://schemas.microsoft.com/office/powerpoint/2010/main" val="2308231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5" name="Rectangle 1044">
            <a:extLst>
              <a:ext uri="{FF2B5EF4-FFF2-40B4-BE49-F238E27FC236}">
                <a16:creationId xmlns:a16="http://schemas.microsoft.com/office/drawing/2014/main" id="{E817EB35-4D5C-493B-8459-98C99FD166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Arc 1046">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640269" flipV="1">
            <a:off x="5586861" y="-553943"/>
            <a:ext cx="3944178" cy="3944178"/>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itle 4">
            <a:extLst>
              <a:ext uri="{FF2B5EF4-FFF2-40B4-BE49-F238E27FC236}">
                <a16:creationId xmlns:a16="http://schemas.microsoft.com/office/drawing/2014/main" id="{85C7A590-29F5-5B52-F34A-C2B313A8BC97}"/>
              </a:ext>
            </a:extLst>
          </p:cNvPr>
          <p:cNvSpPr>
            <a:spLocks noGrp="1"/>
          </p:cNvSpPr>
          <p:nvPr>
            <p:ph type="title"/>
          </p:nvPr>
        </p:nvSpPr>
        <p:spPr>
          <a:xfrm>
            <a:off x="838201" y="345810"/>
            <a:ext cx="4795164" cy="1325563"/>
          </a:xfrm>
        </p:spPr>
        <p:txBody>
          <a:bodyPr vert="horz" lIns="91440" tIns="45720" rIns="91440" bIns="45720" rtlCol="0" anchor="ctr">
            <a:normAutofit/>
          </a:bodyPr>
          <a:lstStyle/>
          <a:p>
            <a:r>
              <a:rPr lang="en-US" kern="1200" dirty="0">
                <a:solidFill>
                  <a:schemeClr val="tx1"/>
                </a:solidFill>
                <a:latin typeface="+mj-lt"/>
                <a:ea typeface="+mj-ea"/>
                <a:cs typeface="+mj-cs"/>
              </a:rPr>
              <a:t>About Us/Me</a:t>
            </a:r>
          </a:p>
        </p:txBody>
      </p:sp>
      <p:sp>
        <p:nvSpPr>
          <p:cNvPr id="7" name="Content Placeholder 6">
            <a:extLst>
              <a:ext uri="{FF2B5EF4-FFF2-40B4-BE49-F238E27FC236}">
                <a16:creationId xmlns:a16="http://schemas.microsoft.com/office/drawing/2014/main" id="{6FE02C89-F575-05AE-2C82-A95E855185EC}"/>
              </a:ext>
            </a:extLst>
          </p:cNvPr>
          <p:cNvSpPr>
            <a:spLocks noGrp="1"/>
          </p:cNvSpPr>
          <p:nvPr>
            <p:ph sz="half" idx="2"/>
          </p:nvPr>
        </p:nvSpPr>
        <p:spPr>
          <a:xfrm>
            <a:off x="838201" y="1390389"/>
            <a:ext cx="4795165" cy="4786574"/>
          </a:xfrm>
        </p:spPr>
        <p:txBody>
          <a:bodyPr vert="horz" lIns="91440" tIns="45720" rIns="91440" bIns="45720" rtlCol="0">
            <a:normAutofit fontScale="92500" lnSpcReduction="20000"/>
          </a:bodyPr>
          <a:lstStyle/>
          <a:p>
            <a:pPr marL="0" indent="0">
              <a:buNone/>
            </a:pPr>
            <a:r>
              <a:rPr lang="en-US" sz="2400" b="1" dirty="0"/>
              <a:t>Dog </a:t>
            </a:r>
            <a:r>
              <a:rPr lang="en-US" sz="2400" b="1" dirty="0" err="1"/>
              <a:t>McScruff</a:t>
            </a:r>
            <a:r>
              <a:rPr lang="en-US" sz="2400" b="1" dirty="0"/>
              <a:t> &amp; Cat </a:t>
            </a:r>
            <a:r>
              <a:rPr lang="en-US" sz="2400" b="1" dirty="0" err="1"/>
              <a:t>LaFluff</a:t>
            </a:r>
            <a:endParaRPr lang="en-US" sz="2400" b="1" dirty="0"/>
          </a:p>
          <a:p>
            <a:pPr marL="0" indent="0">
              <a:buNone/>
            </a:pPr>
            <a:r>
              <a:rPr lang="en-US" sz="2400" dirty="0"/>
              <a:t>from The United States of America</a:t>
            </a:r>
          </a:p>
          <a:p>
            <a:pPr marL="0"/>
            <a:endParaRPr lang="en-US" sz="2400" dirty="0"/>
          </a:p>
          <a:p>
            <a:pPr marL="0" indent="0">
              <a:buNone/>
            </a:pPr>
            <a:r>
              <a:rPr lang="en-US" sz="2400" dirty="0"/>
              <a:t>Dog: </a:t>
            </a:r>
          </a:p>
          <a:p>
            <a:r>
              <a:rPr lang="en-US" sz="2400" dirty="0"/>
              <a:t>Director of Health Economics Research at Vanderbilt University</a:t>
            </a:r>
          </a:p>
          <a:p>
            <a:r>
              <a:rPr lang="en-US" sz="2400" dirty="0"/>
              <a:t>Areas of Interest: Prescription drugs, and Health Care Costs</a:t>
            </a:r>
          </a:p>
          <a:p>
            <a:endParaRPr lang="en-US" sz="2400" dirty="0"/>
          </a:p>
          <a:p>
            <a:pPr marL="0" indent="0">
              <a:buNone/>
            </a:pPr>
            <a:r>
              <a:rPr lang="en-US" sz="2400" dirty="0"/>
              <a:t>Cat:</a:t>
            </a:r>
          </a:p>
          <a:p>
            <a:r>
              <a:rPr lang="en-US" sz="2400" dirty="0"/>
              <a:t>Health resources specialist at the United States Department of Health</a:t>
            </a:r>
          </a:p>
          <a:p>
            <a:r>
              <a:rPr lang="en-US" sz="2400" dirty="0"/>
              <a:t>Areas of Interest: Cancer medication, and community health</a:t>
            </a:r>
          </a:p>
        </p:txBody>
      </p:sp>
      <p:pic>
        <p:nvPicPr>
          <p:cNvPr id="1032" name="Picture 8" descr="Ragdoll Kitten Red Toy Car On Stock Photo 50587753 | Shutterstock">
            <a:extLst>
              <a:ext uri="{FF2B5EF4-FFF2-40B4-BE49-F238E27FC236}">
                <a16:creationId xmlns:a16="http://schemas.microsoft.com/office/drawing/2014/main" id="{19A2897B-675B-15BE-3253-28475682EFC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48" t="-6195" r="14141" b="6192"/>
          <a:stretch>
            <a:fillRect/>
          </a:stretch>
        </p:blipFill>
        <p:spPr bwMode="auto">
          <a:xfrm>
            <a:off x="5988784" y="-180000"/>
            <a:ext cx="3343282" cy="2905636"/>
          </a:xfrm>
          <a:custGeom>
            <a:avLst/>
            <a:gdLst/>
            <a:ahLst/>
            <a:cxnLst/>
            <a:rect l="l" t="t" r="r" b="b"/>
            <a:pathLst>
              <a:path w="3343282" h="2905646">
                <a:moveTo>
                  <a:pt x="546801" y="0"/>
                </a:moveTo>
                <a:lnTo>
                  <a:pt x="2796481" y="0"/>
                </a:lnTo>
                <a:lnTo>
                  <a:pt x="2853670" y="51976"/>
                </a:lnTo>
                <a:cubicBezTo>
                  <a:pt x="3156177" y="354484"/>
                  <a:pt x="3343282" y="772394"/>
                  <a:pt x="3343282" y="1234005"/>
                </a:cubicBezTo>
                <a:cubicBezTo>
                  <a:pt x="3343282" y="2157227"/>
                  <a:pt x="2594863" y="2905646"/>
                  <a:pt x="1671641" y="2905646"/>
                </a:cubicBezTo>
                <a:cubicBezTo>
                  <a:pt x="748420" y="2905646"/>
                  <a:pt x="0" y="2157227"/>
                  <a:pt x="0" y="1234005"/>
                </a:cubicBezTo>
                <a:cubicBezTo>
                  <a:pt x="0" y="772394"/>
                  <a:pt x="187105" y="354484"/>
                  <a:pt x="489613" y="51976"/>
                </a:cubicBezTo>
                <a:close/>
              </a:path>
            </a:pathLst>
          </a:custGeom>
          <a:noFill/>
          <a:extLst>
            <a:ext uri="{909E8E84-426E-40DD-AFC4-6F175D3DCCD1}">
              <a14:hiddenFill xmlns:a14="http://schemas.microsoft.com/office/drawing/2010/main">
                <a:solidFill>
                  <a:srgbClr val="FFFFFF"/>
                </a:solidFill>
              </a14:hiddenFill>
            </a:ext>
          </a:extLst>
        </p:spPr>
      </p:pic>
      <p:pic>
        <p:nvPicPr>
          <p:cNvPr id="1040" name="Picture 16" descr="250+ Dog Soccer Ball Jack Russell Terrier Stock Photos, Pictures &amp;  Royalty-Free Images - iStock">
            <a:extLst>
              <a:ext uri="{FF2B5EF4-FFF2-40B4-BE49-F238E27FC236}">
                <a16:creationId xmlns:a16="http://schemas.microsoft.com/office/drawing/2014/main" id="{123568D1-662F-D4FE-6E16-CCF14490FFA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06" r="22339" b="-3"/>
          <a:stretch>
            <a:fillRect/>
          </a:stretch>
        </p:blipFill>
        <p:spPr bwMode="auto">
          <a:xfrm>
            <a:off x="6172241" y="3154859"/>
            <a:ext cx="4030579" cy="3703141"/>
          </a:xfrm>
          <a:custGeom>
            <a:avLst/>
            <a:gdLst/>
            <a:ahLst/>
            <a:cxnLst/>
            <a:rect l="l" t="t" r="r" b="b"/>
            <a:pathLst>
              <a:path w="4030579" h="3703141">
                <a:moveTo>
                  <a:pt x="2015289" y="0"/>
                </a:moveTo>
                <a:cubicBezTo>
                  <a:pt x="3128303" y="0"/>
                  <a:pt x="4030579" y="902277"/>
                  <a:pt x="4030579" y="2015290"/>
                </a:cubicBezTo>
                <a:cubicBezTo>
                  <a:pt x="4030579" y="2710923"/>
                  <a:pt x="3678127" y="3324237"/>
                  <a:pt x="3142057" y="3686399"/>
                </a:cubicBezTo>
                <a:lnTo>
                  <a:pt x="3114499" y="3703141"/>
                </a:lnTo>
                <a:lnTo>
                  <a:pt x="916080" y="3703141"/>
                </a:lnTo>
                <a:lnTo>
                  <a:pt x="888522" y="3686399"/>
                </a:lnTo>
                <a:cubicBezTo>
                  <a:pt x="352452" y="3324237"/>
                  <a:pt x="0" y="2710923"/>
                  <a:pt x="0" y="2015290"/>
                </a:cubicBezTo>
                <a:cubicBezTo>
                  <a:pt x="0" y="902277"/>
                  <a:pt x="902277" y="0"/>
                  <a:pt x="2015289" y="0"/>
                </a:cubicBezTo>
                <a:close/>
              </a:path>
            </a:pathLst>
          </a:custGeom>
          <a:noFill/>
          <a:extLst>
            <a:ext uri="{909E8E84-426E-40DD-AFC4-6F175D3DCCD1}">
              <a14:hiddenFill xmlns:a14="http://schemas.microsoft.com/office/drawing/2010/main">
                <a:solidFill>
                  <a:srgbClr val="FFFFFF"/>
                </a:solidFill>
              </a14:hiddenFill>
            </a:ext>
          </a:extLst>
        </p:spPr>
      </p:pic>
      <p:pic>
        <p:nvPicPr>
          <p:cNvPr id="1034" name="Picture 10" descr="430+ Work From Home Funny Dog Stock Photos, Pictures &amp; Royalty-Free Images  - iStock">
            <a:extLst>
              <a:ext uri="{FF2B5EF4-FFF2-40B4-BE49-F238E27FC236}">
                <a16:creationId xmlns:a16="http://schemas.microsoft.com/office/drawing/2014/main" id="{6BA49772-8B1A-A742-C3EB-36319AB8AC7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3553" r="20351" b="2"/>
          <a:stretch>
            <a:fillRect/>
          </a:stretch>
        </p:blipFill>
        <p:spPr bwMode="auto">
          <a:xfrm>
            <a:off x="9523005" y="10"/>
            <a:ext cx="2668994" cy="3864758"/>
          </a:xfrm>
          <a:custGeom>
            <a:avLst/>
            <a:gdLst/>
            <a:ahLst/>
            <a:cxnLst/>
            <a:rect l="l" t="t" r="r" b="b"/>
            <a:pathLst>
              <a:path w="2668994" h="3864768">
                <a:moveTo>
                  <a:pt x="1215406" y="0"/>
                </a:moveTo>
                <a:lnTo>
                  <a:pt x="2668994" y="0"/>
                </a:lnTo>
                <a:lnTo>
                  <a:pt x="2668994" y="3754247"/>
                </a:lnTo>
                <a:lnTo>
                  <a:pt x="2614574" y="3774165"/>
                </a:lnTo>
                <a:cubicBezTo>
                  <a:pt x="2425260" y="3833048"/>
                  <a:pt x="2223979" y="3864768"/>
                  <a:pt x="2015289" y="3864768"/>
                </a:cubicBezTo>
                <a:cubicBezTo>
                  <a:pt x="902276" y="3864768"/>
                  <a:pt x="0" y="2962492"/>
                  <a:pt x="0" y="1849479"/>
                </a:cubicBezTo>
                <a:cubicBezTo>
                  <a:pt x="0" y="1084283"/>
                  <a:pt x="426467" y="418692"/>
                  <a:pt x="1054683" y="77425"/>
                </a:cubicBezTo>
                <a:close/>
              </a:path>
            </a:pathLst>
          </a:custGeom>
          <a:noFill/>
          <a:extLst>
            <a:ext uri="{909E8E84-426E-40DD-AFC4-6F175D3DCCD1}">
              <a14:hiddenFill xmlns:a14="http://schemas.microsoft.com/office/drawing/2010/main">
                <a:solidFill>
                  <a:srgbClr val="FFFFFF"/>
                </a:solidFill>
              </a14:hiddenFill>
            </a:ext>
          </a:extLst>
        </p:spPr>
      </p:pic>
      <p:pic>
        <p:nvPicPr>
          <p:cNvPr id="1026" name="Picture 2" descr="ragdoll kittens for sale seal bicolor">
            <a:extLst>
              <a:ext uri="{FF2B5EF4-FFF2-40B4-BE49-F238E27FC236}">
                <a16:creationId xmlns:a16="http://schemas.microsoft.com/office/drawing/2014/main" id="{BF20AF6C-C76B-07DD-F5F7-83781603DE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4868" r="22552" b="3"/>
          <a:stretch>
            <a:fillRect/>
          </a:stretch>
        </p:blipFill>
        <p:spPr bwMode="auto">
          <a:xfrm>
            <a:off x="10404210" y="4001294"/>
            <a:ext cx="1787791" cy="2856706"/>
          </a:xfrm>
          <a:custGeom>
            <a:avLst/>
            <a:gdLst/>
            <a:ahLst/>
            <a:cxnLst/>
            <a:rect l="l" t="t" r="r" b="b"/>
            <a:pathLst>
              <a:path w="1787791" h="2856706">
                <a:moveTo>
                  <a:pt x="1531941" y="0"/>
                </a:moveTo>
                <a:cubicBezTo>
                  <a:pt x="1584820" y="0"/>
                  <a:pt x="1637074" y="2679"/>
                  <a:pt x="1688573" y="7909"/>
                </a:cubicBezTo>
                <a:lnTo>
                  <a:pt x="1787791" y="23052"/>
                </a:lnTo>
                <a:lnTo>
                  <a:pt x="1787791" y="2856706"/>
                </a:lnTo>
                <a:lnTo>
                  <a:pt x="765053" y="2856706"/>
                </a:lnTo>
                <a:lnTo>
                  <a:pt x="675418" y="2802252"/>
                </a:lnTo>
                <a:cubicBezTo>
                  <a:pt x="267919" y="2526951"/>
                  <a:pt x="0" y="2060735"/>
                  <a:pt x="0" y="1531942"/>
                </a:cubicBezTo>
                <a:cubicBezTo>
                  <a:pt x="0" y="685873"/>
                  <a:pt x="685873" y="0"/>
                  <a:pt x="1531941"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6911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B9C87-93D0-9CF2-5979-AC8ABE5F97DD}"/>
              </a:ext>
            </a:extLst>
          </p:cNvPr>
          <p:cNvSpPr>
            <a:spLocks noGrp="1"/>
          </p:cNvSpPr>
          <p:nvPr>
            <p:ph type="title"/>
          </p:nvPr>
        </p:nvSpPr>
        <p:spPr/>
        <p:txBody>
          <a:bodyPr/>
          <a:lstStyle/>
          <a:p>
            <a:r>
              <a:rPr lang="en-US" dirty="0"/>
              <a:t>Introduction</a:t>
            </a:r>
          </a:p>
        </p:txBody>
      </p:sp>
      <p:sp>
        <p:nvSpPr>
          <p:cNvPr id="5" name="Text Placeholder 4">
            <a:extLst>
              <a:ext uri="{FF2B5EF4-FFF2-40B4-BE49-F238E27FC236}">
                <a16:creationId xmlns:a16="http://schemas.microsoft.com/office/drawing/2014/main" id="{7C6AB1CD-5176-DAA9-A27D-B93EC0C3AF81}"/>
              </a:ext>
            </a:extLst>
          </p:cNvPr>
          <p:cNvSpPr>
            <a:spLocks noGrp="1"/>
          </p:cNvSpPr>
          <p:nvPr>
            <p:ph type="body" idx="1"/>
          </p:nvPr>
        </p:nvSpPr>
        <p:spPr/>
        <p:txBody>
          <a:bodyPr/>
          <a:lstStyle/>
          <a:p>
            <a:r>
              <a:rPr lang="en-US" dirty="0"/>
              <a:t>Disease Overview</a:t>
            </a:r>
          </a:p>
        </p:txBody>
      </p:sp>
      <p:sp>
        <p:nvSpPr>
          <p:cNvPr id="3" name="Content Placeholder 2">
            <a:extLst>
              <a:ext uri="{FF2B5EF4-FFF2-40B4-BE49-F238E27FC236}">
                <a16:creationId xmlns:a16="http://schemas.microsoft.com/office/drawing/2014/main" id="{AC8405D0-A0AD-44F3-C2EB-FC1828519072}"/>
              </a:ext>
            </a:extLst>
          </p:cNvPr>
          <p:cNvSpPr>
            <a:spLocks noGrp="1"/>
          </p:cNvSpPr>
          <p:nvPr>
            <p:ph sz="half" idx="2"/>
          </p:nvPr>
        </p:nvSpPr>
        <p:spPr>
          <a:xfrm>
            <a:off x="839788" y="2505075"/>
            <a:ext cx="4960377" cy="3684588"/>
          </a:xfrm>
        </p:spPr>
        <p:txBody>
          <a:bodyPr/>
          <a:lstStyle/>
          <a:p>
            <a:r>
              <a:rPr lang="en-US" dirty="0"/>
              <a:t>Disease A</a:t>
            </a:r>
          </a:p>
          <a:p>
            <a:pPr lvl="1"/>
            <a:r>
              <a:rPr lang="en-US" dirty="0"/>
              <a:t>Needs treatment by medication</a:t>
            </a:r>
          </a:p>
          <a:p>
            <a:pPr lvl="1"/>
            <a:r>
              <a:rPr lang="en-US" dirty="0"/>
              <a:t>High risk of death without medication</a:t>
            </a:r>
          </a:p>
          <a:p>
            <a:pPr lvl="1"/>
            <a:r>
              <a:rPr lang="en-US" dirty="0"/>
              <a:t>Not contagious</a:t>
            </a:r>
          </a:p>
        </p:txBody>
      </p:sp>
      <p:sp>
        <p:nvSpPr>
          <p:cNvPr id="6" name="Text Placeholder 5">
            <a:extLst>
              <a:ext uri="{FF2B5EF4-FFF2-40B4-BE49-F238E27FC236}">
                <a16:creationId xmlns:a16="http://schemas.microsoft.com/office/drawing/2014/main" id="{0E76D70D-2D80-D440-546D-9FEC71549403}"/>
              </a:ext>
            </a:extLst>
          </p:cNvPr>
          <p:cNvSpPr>
            <a:spLocks noGrp="1"/>
          </p:cNvSpPr>
          <p:nvPr>
            <p:ph type="body" sz="quarter" idx="3"/>
          </p:nvPr>
        </p:nvSpPr>
        <p:spPr/>
        <p:txBody>
          <a:bodyPr/>
          <a:lstStyle/>
          <a:p>
            <a:r>
              <a:rPr lang="en-US" dirty="0"/>
              <a:t>Importance to Country</a:t>
            </a:r>
          </a:p>
        </p:txBody>
      </p:sp>
      <p:sp>
        <p:nvSpPr>
          <p:cNvPr id="7" name="Content Placeholder 6">
            <a:extLst>
              <a:ext uri="{FF2B5EF4-FFF2-40B4-BE49-F238E27FC236}">
                <a16:creationId xmlns:a16="http://schemas.microsoft.com/office/drawing/2014/main" id="{1EEFB142-11E3-0814-D3D9-D75281ADDDCD}"/>
              </a:ext>
            </a:extLst>
          </p:cNvPr>
          <p:cNvSpPr>
            <a:spLocks noGrp="1"/>
          </p:cNvSpPr>
          <p:nvPr>
            <p:ph sz="quarter" idx="4"/>
          </p:nvPr>
        </p:nvSpPr>
        <p:spPr/>
        <p:txBody>
          <a:bodyPr/>
          <a:lstStyle/>
          <a:p>
            <a:r>
              <a:rPr lang="en-US" dirty="0"/>
              <a:t>Disease A is common cause of death </a:t>
            </a:r>
          </a:p>
          <a:p>
            <a:r>
              <a:rPr lang="en-US" dirty="0"/>
              <a:t>Medication is high cost so figuring out the best balance for prescribing will save lives and money.</a:t>
            </a:r>
          </a:p>
          <a:p>
            <a:endParaRPr lang="en-US" dirty="0"/>
          </a:p>
        </p:txBody>
      </p:sp>
    </p:spTree>
    <p:extLst>
      <p:ext uri="{BB962C8B-B14F-4D97-AF65-F5344CB8AC3E}">
        <p14:creationId xmlns:p14="http://schemas.microsoft.com/office/powerpoint/2010/main" val="1587268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71C47-9E57-231D-C25C-66C2E99FBF88}"/>
              </a:ext>
            </a:extLst>
          </p:cNvPr>
          <p:cNvSpPr>
            <a:spLocks noGrp="1"/>
          </p:cNvSpPr>
          <p:nvPr>
            <p:ph type="title"/>
          </p:nvPr>
        </p:nvSpPr>
        <p:spPr/>
        <p:txBody>
          <a:bodyPr/>
          <a:lstStyle/>
          <a:p>
            <a:r>
              <a:rPr lang="en-US" dirty="0"/>
              <a:t>Strategies to Compare</a:t>
            </a:r>
          </a:p>
        </p:txBody>
      </p:sp>
      <p:sp>
        <p:nvSpPr>
          <p:cNvPr id="4" name="Content Placeholder 3">
            <a:extLst>
              <a:ext uri="{FF2B5EF4-FFF2-40B4-BE49-F238E27FC236}">
                <a16:creationId xmlns:a16="http://schemas.microsoft.com/office/drawing/2014/main" id="{872C1E3A-6FF4-1BCF-A06D-59095EF3116D}"/>
              </a:ext>
            </a:extLst>
          </p:cNvPr>
          <p:cNvSpPr>
            <a:spLocks noGrp="1"/>
          </p:cNvSpPr>
          <p:nvPr>
            <p:ph idx="1"/>
          </p:nvPr>
        </p:nvSpPr>
        <p:spPr/>
        <p:txBody>
          <a:bodyPr/>
          <a:lstStyle/>
          <a:p>
            <a:pPr fontAlgn="ctr"/>
            <a:r>
              <a:rPr lang="en-US" dirty="0"/>
              <a:t>Status Quo: Prescribe after a week of symptoms</a:t>
            </a:r>
          </a:p>
          <a:p>
            <a:pPr fontAlgn="ctr"/>
            <a:r>
              <a:rPr lang="en-US" dirty="0"/>
              <a:t>Strategy 1: Prescribe after 72 hours of symptoms</a:t>
            </a:r>
          </a:p>
          <a:p>
            <a:r>
              <a:rPr lang="en-US" dirty="0"/>
              <a:t>Strategy 2: Prescribe after 24 hours of symptoms</a:t>
            </a:r>
          </a:p>
          <a:p>
            <a:endParaRPr lang="en-US" dirty="0"/>
          </a:p>
          <a:p>
            <a:pPr marL="0" indent="0">
              <a:buNone/>
            </a:pPr>
            <a:r>
              <a:rPr lang="en-US" dirty="0"/>
              <a:t>We want to compare these strategies because as time from symptoms goes us the risk of death increases. However, if we prescribe too often people who don’t need the medication to heal can get bad side-effects and lots of money will be spent on the high-cost drug.</a:t>
            </a:r>
          </a:p>
        </p:txBody>
      </p:sp>
    </p:spTree>
    <p:extLst>
      <p:ext uri="{BB962C8B-B14F-4D97-AF65-F5344CB8AC3E}">
        <p14:creationId xmlns:p14="http://schemas.microsoft.com/office/powerpoint/2010/main" val="604342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40012DB-3064-63E4-878B-4DF5EBFA58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220724-CB21-8512-9CA1-72E3238713E6}"/>
              </a:ext>
            </a:extLst>
          </p:cNvPr>
          <p:cNvSpPr>
            <a:spLocks noGrp="1"/>
          </p:cNvSpPr>
          <p:nvPr>
            <p:ph type="ctrTitle"/>
          </p:nvPr>
        </p:nvSpPr>
        <p:spPr>
          <a:xfrm>
            <a:off x="1524000" y="2235200"/>
            <a:ext cx="9144000" cy="2387600"/>
          </a:xfrm>
        </p:spPr>
        <p:txBody>
          <a:bodyPr/>
          <a:lstStyle/>
          <a:p>
            <a:r>
              <a:rPr lang="en-US" dirty="0">
                <a:solidFill>
                  <a:schemeClr val="bg1"/>
                </a:solidFill>
              </a:rPr>
              <a:t>BLANK SLIDES</a:t>
            </a:r>
          </a:p>
        </p:txBody>
      </p:sp>
    </p:spTree>
    <p:extLst>
      <p:ext uri="{BB962C8B-B14F-4D97-AF65-F5344CB8AC3E}">
        <p14:creationId xmlns:p14="http://schemas.microsoft.com/office/powerpoint/2010/main" val="2568067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E32A3-9483-7DEB-B8AD-BBC58F7160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013A32-7141-0879-891D-EC674813BD29}"/>
              </a:ext>
            </a:extLst>
          </p:cNvPr>
          <p:cNvSpPr>
            <a:spLocks noGrp="1"/>
          </p:cNvSpPr>
          <p:nvPr>
            <p:ph type="ctrTitle"/>
          </p:nvPr>
        </p:nvSpPr>
        <p:spPr/>
        <p:txBody>
          <a:bodyPr/>
          <a:lstStyle/>
          <a:p>
            <a:r>
              <a:rPr lang="en-US" dirty="0"/>
              <a:t>[Title of Project]</a:t>
            </a:r>
          </a:p>
        </p:txBody>
      </p:sp>
      <p:sp>
        <p:nvSpPr>
          <p:cNvPr id="3" name="Subtitle 2">
            <a:extLst>
              <a:ext uri="{FF2B5EF4-FFF2-40B4-BE49-F238E27FC236}">
                <a16:creationId xmlns:a16="http://schemas.microsoft.com/office/drawing/2014/main" id="{766A7B2F-C8D6-AED5-C920-C92AE710693C}"/>
              </a:ext>
            </a:extLst>
          </p:cNvPr>
          <p:cNvSpPr>
            <a:spLocks noGrp="1"/>
          </p:cNvSpPr>
          <p:nvPr>
            <p:ph type="subTitle" idx="1"/>
          </p:nvPr>
        </p:nvSpPr>
        <p:spPr/>
        <p:txBody>
          <a:bodyPr/>
          <a:lstStyle/>
          <a:p>
            <a:r>
              <a:rPr lang="en-US" dirty="0"/>
              <a:t>Report as of [date]</a:t>
            </a:r>
          </a:p>
        </p:txBody>
      </p:sp>
    </p:spTree>
    <p:extLst>
      <p:ext uri="{BB962C8B-B14F-4D97-AF65-F5344CB8AC3E}">
        <p14:creationId xmlns:p14="http://schemas.microsoft.com/office/powerpoint/2010/main" val="2451189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9172C-05F2-CB3F-6D33-2EB168C58F6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0DA15DF-1ED7-D89D-76D9-D91D0032DE34}"/>
              </a:ext>
            </a:extLst>
          </p:cNvPr>
          <p:cNvSpPr>
            <a:spLocks noGrp="1"/>
          </p:cNvSpPr>
          <p:nvPr>
            <p:ph type="title"/>
          </p:nvPr>
        </p:nvSpPr>
        <p:spPr/>
        <p:txBody>
          <a:bodyPr/>
          <a:lstStyle/>
          <a:p>
            <a:r>
              <a:rPr lang="en-US" dirty="0"/>
              <a:t>About Me/Us</a:t>
            </a:r>
          </a:p>
        </p:txBody>
      </p:sp>
      <p:sp>
        <p:nvSpPr>
          <p:cNvPr id="6" name="Content Placeholder 5">
            <a:extLst>
              <a:ext uri="{FF2B5EF4-FFF2-40B4-BE49-F238E27FC236}">
                <a16:creationId xmlns:a16="http://schemas.microsoft.com/office/drawing/2014/main" id="{EE79165C-9045-374F-66A9-5D408DB0BADE}"/>
              </a:ext>
            </a:extLst>
          </p:cNvPr>
          <p:cNvSpPr>
            <a:spLocks noGrp="1"/>
          </p:cNvSpPr>
          <p:nvPr>
            <p:ph sz="half" idx="1"/>
          </p:nvPr>
        </p:nvSpPr>
        <p:spPr>
          <a:xfrm>
            <a:off x="838200" y="1825625"/>
            <a:ext cx="5181600" cy="465630"/>
          </a:xfrm>
        </p:spPr>
        <p:txBody>
          <a:bodyPr>
            <a:normAutofit lnSpcReduction="10000"/>
          </a:bodyPr>
          <a:lstStyle/>
          <a:p>
            <a:pPr marL="0" indent="0">
              <a:buNone/>
            </a:pPr>
            <a:r>
              <a:rPr lang="en-US" dirty="0"/>
              <a:t>Optional Photo(s) of members</a:t>
            </a:r>
          </a:p>
        </p:txBody>
      </p:sp>
      <p:sp>
        <p:nvSpPr>
          <p:cNvPr id="7" name="Content Placeholder 6">
            <a:extLst>
              <a:ext uri="{FF2B5EF4-FFF2-40B4-BE49-F238E27FC236}">
                <a16:creationId xmlns:a16="http://schemas.microsoft.com/office/drawing/2014/main" id="{CBD0333F-A113-DE52-AC1C-BDB460F73839}"/>
              </a:ext>
            </a:extLst>
          </p:cNvPr>
          <p:cNvSpPr>
            <a:spLocks noGrp="1"/>
          </p:cNvSpPr>
          <p:nvPr>
            <p:ph sz="half" idx="2"/>
          </p:nvPr>
        </p:nvSpPr>
        <p:spPr>
          <a:xfrm>
            <a:off x="6172200" y="2900281"/>
            <a:ext cx="5181600" cy="2576693"/>
          </a:xfrm>
        </p:spPr>
        <p:txBody>
          <a:bodyPr>
            <a:normAutofit lnSpcReduction="10000"/>
          </a:bodyPr>
          <a:lstStyle/>
          <a:p>
            <a:r>
              <a:rPr lang="en-US" dirty="0"/>
              <a:t>Name(s)</a:t>
            </a:r>
          </a:p>
          <a:p>
            <a:r>
              <a:rPr lang="en-US" dirty="0"/>
              <a:t>Country</a:t>
            </a:r>
          </a:p>
          <a:p>
            <a:r>
              <a:rPr lang="en-US" dirty="0"/>
              <a:t>Job title(s) &amp; workplace(s)</a:t>
            </a:r>
          </a:p>
          <a:p>
            <a:r>
              <a:rPr lang="en-US" dirty="0"/>
              <a:t>Areas of Focus/Interest</a:t>
            </a:r>
          </a:p>
          <a:p>
            <a:endParaRPr lang="en-US" dirty="0"/>
          </a:p>
        </p:txBody>
      </p:sp>
    </p:spTree>
    <p:extLst>
      <p:ext uri="{BB962C8B-B14F-4D97-AF65-F5344CB8AC3E}">
        <p14:creationId xmlns:p14="http://schemas.microsoft.com/office/powerpoint/2010/main" val="1248717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05948-F375-7987-DA8D-002E5DABCC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5D5811-07E1-FD26-434B-ADE54BC891DC}"/>
              </a:ext>
            </a:extLst>
          </p:cNvPr>
          <p:cNvSpPr>
            <a:spLocks noGrp="1"/>
          </p:cNvSpPr>
          <p:nvPr>
            <p:ph type="title"/>
          </p:nvPr>
        </p:nvSpPr>
        <p:spPr/>
        <p:txBody>
          <a:bodyPr/>
          <a:lstStyle/>
          <a:p>
            <a:r>
              <a:rPr lang="en-US" dirty="0"/>
              <a:t>Introduction</a:t>
            </a:r>
          </a:p>
        </p:txBody>
      </p:sp>
      <p:sp>
        <p:nvSpPr>
          <p:cNvPr id="5" name="Text Placeholder 4">
            <a:extLst>
              <a:ext uri="{FF2B5EF4-FFF2-40B4-BE49-F238E27FC236}">
                <a16:creationId xmlns:a16="http://schemas.microsoft.com/office/drawing/2014/main" id="{BBBB9B81-C9CA-DCBD-46DE-D41A9A77777E}"/>
              </a:ext>
            </a:extLst>
          </p:cNvPr>
          <p:cNvSpPr>
            <a:spLocks noGrp="1"/>
          </p:cNvSpPr>
          <p:nvPr>
            <p:ph type="body" idx="1"/>
          </p:nvPr>
        </p:nvSpPr>
        <p:spPr/>
        <p:txBody>
          <a:bodyPr/>
          <a:lstStyle/>
          <a:p>
            <a:r>
              <a:rPr lang="en-US" dirty="0"/>
              <a:t>Disease Overview</a:t>
            </a:r>
          </a:p>
        </p:txBody>
      </p:sp>
      <p:sp>
        <p:nvSpPr>
          <p:cNvPr id="3" name="Content Placeholder 2">
            <a:extLst>
              <a:ext uri="{FF2B5EF4-FFF2-40B4-BE49-F238E27FC236}">
                <a16:creationId xmlns:a16="http://schemas.microsoft.com/office/drawing/2014/main" id="{74A1368A-BC99-32D8-D6BB-90EB85E1BE92}"/>
              </a:ext>
            </a:extLst>
          </p:cNvPr>
          <p:cNvSpPr>
            <a:spLocks noGrp="1"/>
          </p:cNvSpPr>
          <p:nvPr>
            <p:ph sz="half" idx="2"/>
          </p:nvPr>
        </p:nvSpPr>
        <p:spPr>
          <a:xfrm>
            <a:off x="839788" y="2505075"/>
            <a:ext cx="4960377" cy="3684588"/>
          </a:xfrm>
        </p:spPr>
        <p:txBody>
          <a:bodyPr/>
          <a:lstStyle/>
          <a:p>
            <a:r>
              <a:rPr lang="en-US" dirty="0"/>
              <a:t>[Name of Disease/Disorder]</a:t>
            </a:r>
          </a:p>
          <a:p>
            <a:pPr lvl="1"/>
            <a:r>
              <a:rPr lang="en-US" dirty="0"/>
              <a:t>Facts about Disease</a:t>
            </a:r>
          </a:p>
          <a:p>
            <a:pPr lvl="1"/>
            <a:endParaRPr lang="en-US" dirty="0"/>
          </a:p>
        </p:txBody>
      </p:sp>
      <p:sp>
        <p:nvSpPr>
          <p:cNvPr id="6" name="Text Placeholder 5">
            <a:extLst>
              <a:ext uri="{FF2B5EF4-FFF2-40B4-BE49-F238E27FC236}">
                <a16:creationId xmlns:a16="http://schemas.microsoft.com/office/drawing/2014/main" id="{FD0808DA-1796-7EF0-2677-0BD2F0996E59}"/>
              </a:ext>
            </a:extLst>
          </p:cNvPr>
          <p:cNvSpPr>
            <a:spLocks noGrp="1"/>
          </p:cNvSpPr>
          <p:nvPr>
            <p:ph type="body" sz="quarter" idx="3"/>
          </p:nvPr>
        </p:nvSpPr>
        <p:spPr/>
        <p:txBody>
          <a:bodyPr/>
          <a:lstStyle/>
          <a:p>
            <a:r>
              <a:rPr lang="en-US" dirty="0"/>
              <a:t>Importance to Country</a:t>
            </a:r>
          </a:p>
        </p:txBody>
      </p:sp>
      <p:sp>
        <p:nvSpPr>
          <p:cNvPr id="7" name="Content Placeholder 6">
            <a:extLst>
              <a:ext uri="{FF2B5EF4-FFF2-40B4-BE49-F238E27FC236}">
                <a16:creationId xmlns:a16="http://schemas.microsoft.com/office/drawing/2014/main" id="{61CCE82D-E5EF-B9E1-AD59-134A0631D5DC}"/>
              </a:ext>
            </a:extLst>
          </p:cNvPr>
          <p:cNvSpPr>
            <a:spLocks noGrp="1"/>
          </p:cNvSpPr>
          <p:nvPr>
            <p:ph sz="quarter" idx="4"/>
          </p:nvPr>
        </p:nvSpPr>
        <p:spPr/>
        <p:txBody>
          <a:bodyPr/>
          <a:lstStyle/>
          <a:p>
            <a:r>
              <a:rPr lang="en-US" dirty="0"/>
              <a:t>[Why the disease is important for your country to study]</a:t>
            </a:r>
          </a:p>
        </p:txBody>
      </p:sp>
      <p:sp>
        <p:nvSpPr>
          <p:cNvPr id="4" name="Content Placeholder 2">
            <a:extLst>
              <a:ext uri="{FF2B5EF4-FFF2-40B4-BE49-F238E27FC236}">
                <a16:creationId xmlns:a16="http://schemas.microsoft.com/office/drawing/2014/main" id="{69652BA5-E44E-31FA-9CCB-7B2C4E46639A}"/>
              </a:ext>
            </a:extLst>
          </p:cNvPr>
          <p:cNvSpPr txBox="1">
            <a:spLocks/>
          </p:cNvSpPr>
          <p:nvPr/>
        </p:nvSpPr>
        <p:spPr>
          <a:xfrm>
            <a:off x="1014413" y="5890437"/>
            <a:ext cx="4960377" cy="47289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chemeClr val="accent5">
                    <a:lumMod val="60000"/>
                    <a:lumOff val="40000"/>
                  </a:schemeClr>
                </a:solidFill>
              </a:rPr>
              <a:t>MAX 2 SLIDES</a:t>
            </a:r>
          </a:p>
          <a:p>
            <a:pPr lvl="1"/>
            <a:endParaRPr lang="en-US" b="1" dirty="0">
              <a:solidFill>
                <a:schemeClr val="accent5">
                  <a:lumMod val="60000"/>
                  <a:lumOff val="40000"/>
                </a:schemeClr>
              </a:solidFill>
            </a:endParaRPr>
          </a:p>
        </p:txBody>
      </p:sp>
    </p:spTree>
    <p:extLst>
      <p:ext uri="{BB962C8B-B14F-4D97-AF65-F5344CB8AC3E}">
        <p14:creationId xmlns:p14="http://schemas.microsoft.com/office/powerpoint/2010/main" val="2959274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2A850-1678-0E25-3326-AEA46F9B74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36F979-E11A-255D-B619-8065D477C088}"/>
              </a:ext>
            </a:extLst>
          </p:cNvPr>
          <p:cNvSpPr>
            <a:spLocks noGrp="1"/>
          </p:cNvSpPr>
          <p:nvPr>
            <p:ph type="title"/>
          </p:nvPr>
        </p:nvSpPr>
        <p:spPr/>
        <p:txBody>
          <a:bodyPr/>
          <a:lstStyle/>
          <a:p>
            <a:r>
              <a:rPr lang="en-US" dirty="0"/>
              <a:t>Strategies to Compare</a:t>
            </a:r>
          </a:p>
        </p:txBody>
      </p:sp>
      <p:sp>
        <p:nvSpPr>
          <p:cNvPr id="4" name="Content Placeholder 3">
            <a:extLst>
              <a:ext uri="{FF2B5EF4-FFF2-40B4-BE49-F238E27FC236}">
                <a16:creationId xmlns:a16="http://schemas.microsoft.com/office/drawing/2014/main" id="{944CC9D5-B88E-EB37-6674-BCD2264F25C9}"/>
              </a:ext>
            </a:extLst>
          </p:cNvPr>
          <p:cNvSpPr>
            <a:spLocks noGrp="1"/>
          </p:cNvSpPr>
          <p:nvPr>
            <p:ph idx="1"/>
          </p:nvPr>
        </p:nvSpPr>
        <p:spPr/>
        <p:txBody>
          <a:bodyPr/>
          <a:lstStyle/>
          <a:p>
            <a:r>
              <a:rPr lang="en-US" dirty="0"/>
              <a:t>[Status quo]</a:t>
            </a:r>
          </a:p>
          <a:p>
            <a:r>
              <a:rPr lang="en-US" dirty="0"/>
              <a:t>[Strategies]</a:t>
            </a:r>
          </a:p>
          <a:p>
            <a:r>
              <a:rPr lang="en-US" dirty="0"/>
              <a:t>[1-2 sentences on how they vary]</a:t>
            </a:r>
          </a:p>
          <a:p>
            <a:pPr marL="0" indent="0">
              <a:buNone/>
            </a:pPr>
            <a:endParaRPr lang="en-US" dirty="0"/>
          </a:p>
        </p:txBody>
      </p:sp>
    </p:spTree>
    <p:extLst>
      <p:ext uri="{BB962C8B-B14F-4D97-AF65-F5344CB8AC3E}">
        <p14:creationId xmlns:p14="http://schemas.microsoft.com/office/powerpoint/2010/main" val="36369977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2767</TotalTime>
  <Words>307</Words>
  <Application>Microsoft Macintosh PowerPoint</Application>
  <PresentationFormat>Widescreen</PresentationFormat>
  <Paragraphs>50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SAMPLE PROJECT PRESENTATION</vt:lpstr>
      <vt:lpstr>Cost Effectiveness of Drug Prescribing for Medication  X</vt:lpstr>
      <vt:lpstr>About Us/Me</vt:lpstr>
      <vt:lpstr>Introduction</vt:lpstr>
      <vt:lpstr>Strategies to Compare</vt:lpstr>
      <vt:lpstr>BLANK SLIDES</vt:lpstr>
      <vt:lpstr>[Title of Project]</vt:lpstr>
      <vt:lpstr>About Me/Us</vt:lpstr>
      <vt:lpstr>Introduction</vt:lpstr>
      <vt:lpstr>Strategies to Compare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Grace Ratcliff</dc:creator>
  <cp:lastModifiedBy>Ratcliff, Grace</cp:lastModifiedBy>
  <cp:revision>9</cp:revision>
  <dcterms:created xsi:type="dcterms:W3CDTF">2025-04-01T18:08:39Z</dcterms:created>
  <dcterms:modified xsi:type="dcterms:W3CDTF">2025-12-02T19:56:58Z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92c8cef-6f2b-4af1-b4ac-d815ff795cd6_Enabled">
    <vt:lpwstr>true</vt:lpwstr>
  </property>
  <property fmtid="{D5CDD505-2E9C-101B-9397-08002B2CF9AE}" pid="3" name="MSIP_Label_792c8cef-6f2b-4af1-b4ac-d815ff795cd6_SetDate">
    <vt:lpwstr>2025-05-13T21:28:34Z</vt:lpwstr>
  </property>
  <property fmtid="{D5CDD505-2E9C-101B-9397-08002B2CF9AE}" pid="4" name="MSIP_Label_792c8cef-6f2b-4af1-b4ac-d815ff795cd6_Method">
    <vt:lpwstr>Standard</vt:lpwstr>
  </property>
  <property fmtid="{D5CDD505-2E9C-101B-9397-08002B2CF9AE}" pid="5" name="MSIP_Label_792c8cef-6f2b-4af1-b4ac-d815ff795cd6_Name">
    <vt:lpwstr>VUMC General</vt:lpwstr>
  </property>
  <property fmtid="{D5CDD505-2E9C-101B-9397-08002B2CF9AE}" pid="6" name="MSIP_Label_792c8cef-6f2b-4af1-b4ac-d815ff795cd6_SiteId">
    <vt:lpwstr>ef575030-1424-4ed8-b83c-12c533d879ab</vt:lpwstr>
  </property>
  <property fmtid="{D5CDD505-2E9C-101B-9397-08002B2CF9AE}" pid="7" name="MSIP_Label_792c8cef-6f2b-4af1-b4ac-d815ff795cd6_ActionId">
    <vt:lpwstr>588981f6-b727-4f55-a1db-85274108fff9</vt:lpwstr>
  </property>
  <property fmtid="{D5CDD505-2E9C-101B-9397-08002B2CF9AE}" pid="8" name="MSIP_Label_792c8cef-6f2b-4af1-b4ac-d815ff795cd6_ContentBits">
    <vt:lpwstr>0</vt:lpwstr>
  </property>
  <property fmtid="{D5CDD505-2E9C-101B-9397-08002B2CF9AE}" pid="9" name="MSIP_Label_792c8cef-6f2b-4af1-b4ac-d815ff795cd6_Tag">
    <vt:lpwstr>50, 3, 0, 1</vt:lpwstr>
  </property>
</Properties>
</file>